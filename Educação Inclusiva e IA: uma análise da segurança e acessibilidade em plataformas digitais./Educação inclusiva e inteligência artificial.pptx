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9af04e40_2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a89af04e4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89af04e40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a89af04e40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9af04e40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a89af04e40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89af04e40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a89af04e40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89af04e40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a89af04e40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89af04e40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a89af04e40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89af04e40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89af04e40_2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9af04e40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a89af04e40_2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89af04e40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a89af04e40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89af04e40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a89af04e40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9af04e40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a89af04e40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3" y="107156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97"/>
            <a:ext cx="9144000" cy="5104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